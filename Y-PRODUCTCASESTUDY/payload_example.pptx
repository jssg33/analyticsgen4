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Semi-structured Payload  •  6 pt font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37160" y="384048"/>
            <a:ext cx="88696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"userid": "U-78429",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"usertoken": "eyJhbGciOiJIUzI1NiIsInR5cCI6IkpXVCJ9...",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"userName": "bob.smith@summitbank.com",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"batch": {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"batchId": "BATCH-20260923-001",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"createdAt": "2026-09-23T16:30:00Z",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"subBatches": [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"sector": "Technology",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"orders": [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{"ticker":"AAPL","qty":150,"side":"buy","marketprice":228.45},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{"ticker":"MSFT","qty":80,"side":"sell","marketprice":415.20},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{"ticker":"NVDA","qty":40,"side":"buy","marketprice":118.75}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"sector": "Financials",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"orders": [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{"ticker":"JPM","qty":200,"side":"buy","marketprice":215.30},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{"ticker":"BAC","qty":500,"side":"sell","marketprice":39.85}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"sector": "Energy",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"orders": [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{"ticker":"XOM","qty":120,"side":"buy","marketprice":112.60}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Semi-structured Payload Example</dc:title>
  <dc:subject>PptxGenJS Presentation</dc:subject>
  <dc:creator>Grok</dc:creator>
  <cp:lastModifiedBy>Grok</cp:lastModifiedBy>
  <cp:revision>1</cp:revision>
  <dcterms:created xsi:type="dcterms:W3CDTF">2026-09-23T16:43:25Z</dcterms:created>
  <dcterms:modified xsi:type="dcterms:W3CDTF">2026-09-23T16:43:25Z</dcterms:modified>
</cp:coreProperties>
</file>